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3603AA-E58B-4F4D-A767-F290D3C63DC7}" v="2" dt="2025-07-22T21:04:53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122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E9AF7-E0B1-763E-C980-53337FF55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F8DB9E-CDF2-A4A0-1B5D-FC3D896DB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C4E510-0725-8374-279B-FF7349DA3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F083-C605-45BB-8411-CFDC6B734F2D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87370B-7331-FB0D-355A-E6DB5D578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6202C5-C2DF-2D2D-34B1-651531BB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76759-E15D-4630-8EA7-CA9D9CC5E9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7855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B9BC7-CCB0-5A90-8E2B-448705536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EA22C2-FCB2-E6C9-16DD-D45F00623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12D4BF-7894-169F-17F3-4F01E8B2E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F083-C605-45BB-8411-CFDC6B734F2D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05E103-D6C0-B348-878C-536A30E9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DDD1E4-A3BB-6B4C-23EA-80D317A4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76759-E15D-4630-8EA7-CA9D9CC5E9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9344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2B6CF-CFE8-B6CE-2C53-CC616BE7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0BD2FE-4F78-C2EE-4D1C-98D6D84B5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6C7FC9-9D29-E2C0-3F3B-CDCB7988E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F083-C605-45BB-8411-CFDC6B734F2D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0932AD-03F5-92D0-812C-517A2982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3EC5A3-81F5-173C-2945-8933E363B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76759-E15D-4630-8EA7-CA9D9CC5E9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8261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99A2F-DC5C-0BF3-19CE-8575D3C07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2EB2D0-8C8D-D6DA-FD92-AE367B53F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26E59B-FF9D-6FDA-E107-407898351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33544D-8E8B-DCD4-C28C-A6E6F655F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F083-C605-45BB-8411-CFDC6B734F2D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86AB7A8-F90C-1EDD-A8E7-7CDBCC0DE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241B5A-95DA-B761-499A-A420097F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76759-E15D-4630-8EA7-CA9D9CC5E9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8719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7D397-F82F-87AC-3C19-2960B95A1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F96867-3D4F-3087-44A0-DF9BBE948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D5B6F2-620F-2249-3D61-DB49D9CD2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F941970-4497-2FA8-E496-810ABFFE4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B012D9B-80F4-0F4D-7C9B-1E5492B7D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0E7C672-7E9C-B746-181B-4AFE631B8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F083-C605-45BB-8411-CFDC6B734F2D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0C82ADF-5CCF-0002-7B50-648D9D9E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E08BE69-2BCF-F49B-A654-D85524ADE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76759-E15D-4630-8EA7-CA9D9CC5E9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00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215602-C3DE-8509-5AA4-C9D5E7F5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41EAE31-7A59-0E8D-6060-88762CD82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F083-C605-45BB-8411-CFDC6B734F2D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D177342-9FC5-FBC6-CB3F-EF7FADB8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CE1EB9B-534D-B469-B848-ABCF7CCE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76759-E15D-4630-8EA7-CA9D9CC5E9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6703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46F3C10-6789-EE7C-3640-8CA49DEB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F083-C605-45BB-8411-CFDC6B734F2D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0D8B46E-4E7A-517B-2876-321CFCD45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1AA8ED-8779-C984-FA81-A982B1A7E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76759-E15D-4630-8EA7-CA9D9CC5E9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5106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53285-F584-CD13-8EC7-7957E1425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ABD815-8BB0-8532-8386-4324FD813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7BDB89-E661-D8A8-B5C9-B0D39A2C6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427BD0-EC2B-EC02-C53D-593C001D6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F083-C605-45BB-8411-CFDC6B734F2D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7DF6F9-A92F-E4A3-BC0A-C5F95B7B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56928F-A8E2-48B7-0066-F90E002C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76759-E15D-4630-8EA7-CA9D9CC5E9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302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3C606-83AE-50BE-F089-6DE03E16F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CFDAC2C-9B0D-7559-3F09-45691DC83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D8D8EC-98FA-3476-D8E1-450D64B15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2C9048-B900-694E-3721-0C167080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F083-C605-45BB-8411-CFDC6B734F2D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A1E642-4A9D-BDD2-E0AD-0AAA8C26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F289A0-BA67-74F4-0FF3-0195CCFAB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76759-E15D-4630-8EA7-CA9D9CC5E9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029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EEC27-9397-1D4B-CEF6-F49AC5C67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D87F9E-4BB8-75EB-1634-FE66F81CE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991CB3-10D1-49DF-9743-F25DF9FCE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F083-C605-45BB-8411-CFDC6B734F2D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02068F-5AE2-9E85-4A50-F894D5C96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82514F-4421-421C-0999-446BC7535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76759-E15D-4630-8EA7-CA9D9CC5E9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501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9D91EB-D0D9-0568-F945-B05580593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5AF24A5-B73A-86FD-699B-CC4D8FD9D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62BC54-E908-AA11-8F50-139944FBB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F083-C605-45BB-8411-CFDC6B734F2D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DF690A-8E24-168D-96F8-028C7D0A0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31E998-E286-8BF7-F769-D81D55CCC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76759-E15D-4630-8EA7-CA9D9CC5E9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598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1A0F724-8931-D462-3FB6-FF5D2D9E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A696A7-8845-C1F6-7A7C-A9B2DB85D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3A2B0B-4043-20F6-B322-D2D8FFA0C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FF083-C605-45BB-8411-CFDC6B734F2D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C2729A-F50C-3C60-9589-6C1BDADE46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433A5C-4B13-89C8-E297-0BA194846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76759-E15D-4630-8EA7-CA9D9CC5E9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0740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F656276-956E-1AF2-7A9A-F49EB6B069D9}"/>
              </a:ext>
            </a:extLst>
          </p:cNvPr>
          <p:cNvSpPr/>
          <p:nvPr/>
        </p:nvSpPr>
        <p:spPr>
          <a:xfrm>
            <a:off x="716692" y="2026508"/>
            <a:ext cx="1091101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Geometria das Curvas e Superfícies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860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4317D-3046-67F2-A768-4653349D6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7A5DDE4-8E50-3AE2-A68B-8A04379A2AC9}"/>
              </a:ext>
            </a:extLst>
          </p:cNvPr>
          <p:cNvSpPr/>
          <p:nvPr/>
        </p:nvSpPr>
        <p:spPr>
          <a:xfrm>
            <a:off x="1136822" y="2026508"/>
            <a:ext cx="1049088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Simetrias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98194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CB524-D994-0D44-BA31-F13EDE90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B5AE30-96F4-78F2-EFE3-BAFF312C7C57}"/>
              </a:ext>
            </a:extLst>
          </p:cNvPr>
          <p:cNvSpPr/>
          <p:nvPr/>
        </p:nvSpPr>
        <p:spPr>
          <a:xfrm>
            <a:off x="1136822" y="2026508"/>
            <a:ext cx="1049088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Nú</a:t>
            </a:r>
            <a:r>
              <a:rPr lang="pt-BR" sz="88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meros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4354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21E1B-9C0E-078A-C453-839602DA9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1756795-415B-56DA-FA73-A59548095F1A}"/>
              </a:ext>
            </a:extLst>
          </p:cNvPr>
          <p:cNvSpPr/>
          <p:nvPr/>
        </p:nvSpPr>
        <p:spPr>
          <a:xfrm>
            <a:off x="1136822" y="2026508"/>
            <a:ext cx="1049088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Materiais Lúdicos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79366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15CF7-AB4E-0D70-8B9C-7D5908E52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8A70E51-4E84-14DC-442E-B972720D65E6}"/>
              </a:ext>
            </a:extLst>
          </p:cNvPr>
          <p:cNvSpPr/>
          <p:nvPr/>
        </p:nvSpPr>
        <p:spPr>
          <a:xfrm>
            <a:off x="1136822" y="2026508"/>
            <a:ext cx="1049088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Jogos e Quebra-Cabeças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2351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D3803-DB87-0C82-5DD0-D64B719DB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1E6B99F-0BBF-17AA-8DA3-83A800A81756}"/>
              </a:ext>
            </a:extLst>
          </p:cNvPr>
          <p:cNvSpPr/>
          <p:nvPr/>
        </p:nvSpPr>
        <p:spPr>
          <a:xfrm>
            <a:off x="1136822" y="2026508"/>
            <a:ext cx="1049088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Jogos Matemáticos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22046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2E974-B154-57EF-1734-E583543D8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1A59F4F-4053-4789-AD69-6D29594B65B3}"/>
              </a:ext>
            </a:extLst>
          </p:cNvPr>
          <p:cNvSpPr/>
          <p:nvPr/>
        </p:nvSpPr>
        <p:spPr>
          <a:xfrm>
            <a:off x="160638" y="2026508"/>
            <a:ext cx="1146707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Construção de Retas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14805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20E8D-58BC-6D5A-2442-E8D1733B7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6115A12-16CA-D2FF-0623-36B96AF775D1}"/>
              </a:ext>
            </a:extLst>
          </p:cNvPr>
          <p:cNvSpPr/>
          <p:nvPr/>
        </p:nvSpPr>
        <p:spPr>
          <a:xfrm>
            <a:off x="160638" y="2026508"/>
            <a:ext cx="1146707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Cônicas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5819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C7E0-CA1B-E120-0608-B1001BC49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1E0B69A-8F73-8933-CE69-EE86E4BD634C}"/>
              </a:ext>
            </a:extLst>
          </p:cNvPr>
          <p:cNvSpPr/>
          <p:nvPr/>
        </p:nvSpPr>
        <p:spPr>
          <a:xfrm>
            <a:off x="160638" y="2026508"/>
            <a:ext cx="1146707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Superfícies Regradas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049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6CEA2-594D-F143-6472-2A9A29780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81C67C7-24F5-17B9-0A0C-C716A7F427B2}"/>
              </a:ext>
            </a:extLst>
          </p:cNvPr>
          <p:cNvSpPr/>
          <p:nvPr/>
        </p:nvSpPr>
        <p:spPr>
          <a:xfrm>
            <a:off x="0" y="2026508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Curvas Transcendentes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82969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07897-858D-AF50-9163-34CDEBAC5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ACE1E4F-F21B-0C79-8E04-B86C4C4C8704}"/>
              </a:ext>
            </a:extLst>
          </p:cNvPr>
          <p:cNvSpPr/>
          <p:nvPr/>
        </p:nvSpPr>
        <p:spPr>
          <a:xfrm>
            <a:off x="0" y="2026508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Singularidades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304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71A97-F587-BA6B-BB29-6028C7523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77505DE-2AD9-59DE-162C-E922E275AB65}"/>
              </a:ext>
            </a:extLst>
          </p:cNvPr>
          <p:cNvSpPr/>
          <p:nvPr/>
        </p:nvSpPr>
        <p:spPr>
          <a:xfrm>
            <a:off x="0" y="2026508"/>
            <a:ext cx="12192000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Conceito de Invariância e Padrão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1977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30C60-2E4F-425D-3ECA-A0DC40F99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0942D1E-023E-AF78-DDCB-0BCF2D7B3B83}"/>
              </a:ext>
            </a:extLst>
          </p:cNvPr>
          <p:cNvSpPr/>
          <p:nvPr/>
        </p:nvSpPr>
        <p:spPr>
          <a:xfrm>
            <a:off x="0" y="2026508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Isometrias Planas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41063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4542F-58D3-3FA8-3451-6791752E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AE69C1E-2B4C-EB4E-39C7-7BDC37F5BFAF}"/>
              </a:ext>
            </a:extLst>
          </p:cNvPr>
          <p:cNvSpPr/>
          <p:nvPr/>
        </p:nvSpPr>
        <p:spPr>
          <a:xfrm>
            <a:off x="0" y="2026508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Isometrias Planas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0324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DFBEB-B929-2BA5-8E9B-6511A2B6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BD369BB-E8D8-311E-5ED0-FF24F32252F3}"/>
              </a:ext>
            </a:extLst>
          </p:cNvPr>
          <p:cNvSpPr/>
          <p:nvPr/>
        </p:nvSpPr>
        <p:spPr>
          <a:xfrm>
            <a:off x="0" y="2026508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Papéis de Parede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5512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2DE0D-1512-1068-462F-B44C94A08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1B3C109-5144-1EEA-AD78-A38CE35BFDA2}"/>
              </a:ext>
            </a:extLst>
          </p:cNvPr>
          <p:cNvSpPr/>
          <p:nvPr/>
        </p:nvSpPr>
        <p:spPr>
          <a:xfrm>
            <a:off x="0" y="2026508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Reconhecimento</a:t>
            </a:r>
            <a:endParaRPr lang="pt-BR" sz="5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7452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36</Words>
  <Application>Microsoft Office PowerPoint</Application>
  <PresentationFormat>Widescreen</PresentationFormat>
  <Paragraphs>16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Roberto Gerônimo</dc:creator>
  <cp:lastModifiedBy>João Roberto Gerônimo</cp:lastModifiedBy>
  <cp:revision>2</cp:revision>
  <dcterms:created xsi:type="dcterms:W3CDTF">2025-07-22T03:23:24Z</dcterms:created>
  <dcterms:modified xsi:type="dcterms:W3CDTF">2025-07-22T22:11:28Z</dcterms:modified>
</cp:coreProperties>
</file>